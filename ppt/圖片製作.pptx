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6B7E"/>
    <a:srgbClr val="5AC0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76A4A8-4CB5-49F4-B245-28A7A03A2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68084FD-1021-4C48-B716-CCC3F415D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A72345-F8FB-4AD7-9439-4415B0AC0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0622-E16D-4C96-826D-1F7986B5554C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FC277EA-13C5-4B89-A4F4-F494A2AA8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25709A-E75C-4EF8-A20A-EE73B495E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C76C-A18B-41B5-BBDD-FFB02D7687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795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E1903B-E809-40CF-B434-EDDD9830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3977CE-5AC8-4020-8C25-417230A79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753FE6-8775-4A65-B8CE-FB8B81CCD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0622-E16D-4C96-826D-1F7986B5554C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C9B599-C9F7-4F7C-8D4E-8B55FA47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A000C1-8557-4C8F-AB72-B6364114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C76C-A18B-41B5-BBDD-FFB02D7687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320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A0C12C-8650-4B70-9BF7-A67E58AAE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4FC1FD3-2A51-4E3C-BA93-6263BFF72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5B693A-F557-4148-B455-6E9E33BC4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0622-E16D-4C96-826D-1F7986B5554C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71C0EE0-249D-4030-B260-88FDC497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EDEDC9-9135-4923-8CBE-A12B85F5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C76C-A18B-41B5-BBDD-FFB02D7687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5419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DE1E74-C4F5-4D8C-A64A-082C6BC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4D1D7F-03CF-4C6F-8B41-F6F3E6496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6CE3A8-9847-40BC-A0C2-2DDBE91A2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CAE7880-978B-4ECB-85BD-F44124AD2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0622-E16D-4C96-826D-1F7986B5554C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40CE521-6A92-41F4-9524-D8A9163F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6FD70E8-2D49-441C-B70E-9CCB58EE9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C76C-A18B-41B5-BBDD-FFB02D7687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8426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96CD74-1FA0-44B3-A9FC-F805FBB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65C3AF-A14A-4089-98FC-7084B1F08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977A7D0-2E9F-4756-BA63-E5568F4FF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DA58B94-A7EB-4D63-9AF2-4163216682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FE1248A-C5D1-4673-B6F9-B9EF8A0C4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6EE3992-3B59-4770-AA7E-73E94FC9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0622-E16D-4C96-826D-1F7986B5554C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E280CE6-0A96-4BA7-B417-3C4B7B681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4B253B4-EC2E-45AF-8AD4-BB73C5A7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C76C-A18B-41B5-BBDD-FFB02D7687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4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224EFE-EE8B-42B7-B46A-456B919F0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43B2C11-C389-49E7-9BF6-B0EB957C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0622-E16D-4C96-826D-1F7986B5554C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FE715AB-0FB3-4DAC-B141-E816446E2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3D9F153-83EB-4BCE-B1FA-864752A91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C76C-A18B-41B5-BBDD-FFB02D7687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141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0C4D3EB-44E1-451E-962B-B00CA445F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0622-E16D-4C96-826D-1F7986B5554C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022B908-8536-4521-8FCB-70DFD73F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0418CE-F4AF-4466-84E0-A5434C90F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C76C-A18B-41B5-BBDD-FFB02D7687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2600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448F51-6159-4B7A-9F7B-17BCB0DEB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D3269A-AEB6-4E72-BAD8-D442B5C03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3D78F00-FA71-429B-9826-F0E095A05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AE96A6-1BB8-4C3D-9740-2CFD3EEB6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0622-E16D-4C96-826D-1F7986B5554C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1593F07-0421-4D39-82B4-5B4CF8897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E8B2797-BDD0-4BF5-9AE6-CD9FF5B94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C76C-A18B-41B5-BBDD-FFB02D7687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445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4909B5-9FCC-48E5-A2F6-B069F0F46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EF2B7A6-3113-4D5B-BFAF-4603434B3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6EBAC15-2D61-493B-B7B5-99D0299B4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8E7851-0217-4346-8264-822557992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0622-E16D-4C96-826D-1F7986B5554C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EFAA9B3-4E28-46AC-A9DC-4471C305C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9E4317B-7327-4E49-A7BA-554014B9C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C76C-A18B-41B5-BBDD-FFB02D7687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1320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285B08-D970-4DF1-8E73-A303AA47C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6F38054-47C0-4B0D-8534-05D1D3BF2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8DBC24-01B3-4943-AEE5-36669447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0622-E16D-4C96-826D-1F7986B5554C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9028F5-7386-464A-9C69-F7927EFAD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33856F-B731-4043-A1BC-EC6E03D33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C76C-A18B-41B5-BBDD-FFB02D7687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2902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4E898B3-6484-4434-B983-6A2AF5C93E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9A26723-D3D7-48E4-B652-7D70D477B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4C2D1C-4795-4EA5-850C-4D1ACACAA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0622-E16D-4C96-826D-1F7986B5554C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155FE6-0A65-4646-BC60-FFEBCE7FF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B7486E-8E8D-499E-A042-8256543FB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C76C-A18B-41B5-BBDD-FFB02D7687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870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519F6AC-DC9C-438A-AF45-B784B6612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C7853D4-8DAC-4485-91B3-79C06F5E2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BE6FA2-FF5B-4324-A853-C882B1FFD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B0622-E16D-4C96-826D-1F7986B5554C}" type="datetimeFigureOut">
              <a:rPr lang="zh-TW" altLang="en-US" smtClean="0"/>
              <a:t>2025/9/25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911F56-B5D6-437C-AEE1-76BE65014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155B7B0-D01A-488D-9C12-80DDDA830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8C76C-A18B-41B5-BBDD-FFB02D7687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510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F6ECA2FA-5376-4F21-8241-93EEBA745935}"/>
              </a:ext>
            </a:extLst>
          </p:cNvPr>
          <p:cNvGrpSpPr/>
          <p:nvPr/>
        </p:nvGrpSpPr>
        <p:grpSpPr>
          <a:xfrm>
            <a:off x="730810" y="1230284"/>
            <a:ext cx="10844679" cy="4397432"/>
            <a:chOff x="730810" y="1230284"/>
            <a:chExt cx="10844679" cy="4397432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A88FB94-176C-429D-A494-CF07F4CA9FED}"/>
                </a:ext>
              </a:extLst>
            </p:cNvPr>
            <p:cNvSpPr/>
            <p:nvPr/>
          </p:nvSpPr>
          <p:spPr>
            <a:xfrm>
              <a:off x="764771" y="1230284"/>
              <a:ext cx="10696419" cy="439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25C8ED9B-20EF-4CBE-8A40-AC6DA895E9AA}"/>
                </a:ext>
              </a:extLst>
            </p:cNvPr>
            <p:cNvGrpSpPr/>
            <p:nvPr/>
          </p:nvGrpSpPr>
          <p:grpSpPr>
            <a:xfrm>
              <a:off x="730810" y="1326770"/>
              <a:ext cx="10844679" cy="4204459"/>
              <a:chOff x="1182570" y="1507981"/>
              <a:chExt cx="10844679" cy="4204459"/>
            </a:xfrm>
          </p:grpSpPr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8FDD2410-2F45-4168-BF06-8C8581DBFA5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7550" b="45100" l="7367" r="24167">
                            <a14:foregroundMark x1="11667" y1="40600" x2="16600" y2="39050"/>
                            <a14:foregroundMark x1="16600" y1="39050" x2="18300" y2="39150"/>
                            <a14:foregroundMark x1="19033" y1="38900" x2="12633" y2="38400"/>
                            <a14:foregroundMark x1="14433" y1="35350" x2="10000" y2="37450"/>
                            <a14:foregroundMark x1="10000" y1="37450" x2="12700" y2="43450"/>
                            <a14:foregroundMark x1="12700" y1="43450" x2="17567" y2="43300"/>
                            <a14:foregroundMark x1="17567" y1="43300" x2="21900" y2="40550"/>
                            <a14:foregroundMark x1="21900" y1="40550" x2="18267" y2="36100"/>
                            <a14:foregroundMark x1="18267" y1="36100" x2="14333" y2="35450"/>
                            <a14:foregroundMark x1="15233" y1="37050" x2="13533" y2="36350"/>
                            <a14:foregroundMark x1="13600" y1="37950" x2="17733" y2="38200"/>
                            <a14:foregroundMark x1="17533" y1="40250" x2="19267" y2="38850"/>
                            <a14:foregroundMark x1="20033" y1="37400" x2="22533" y2="40750"/>
                            <a14:foregroundMark x1="17267" y1="40250" x2="12267" y2="42100"/>
                            <a14:foregroundMark x1="11867" y1="41150" x2="16733" y2="40550"/>
                            <a14:foregroundMark x1="16733" y1="40550" x2="11967" y2="43100"/>
                            <a14:foregroundMark x1="11967" y1="43100" x2="10933" y2="41600"/>
                            <a14:foregroundMark x1="10333" y1="38050" x2="9767" y2="40350"/>
                            <a14:foregroundMark x1="11900" y1="43850" x2="16600" y2="44500"/>
                            <a14:foregroundMark x1="16600" y1="44500" x2="20683" y2="43669"/>
                            <a14:foregroundMark x1="17300" y1="43350" x2="12533" y2="44200"/>
                            <a14:foregroundMark x1="12533" y1="44200" x2="12367" y2="44150"/>
                            <a14:foregroundMark x1="12433" y1="44700" x2="17067" y2="45100"/>
                            <a14:foregroundMark x1="17067" y1="45100" x2="18467" y2="44950"/>
                            <a14:backgroundMark x1="21600" y1="43400" x2="21033" y2="43900"/>
                            <a14:backgroundMark x1="20867" y1="43800" x2="21667" y2="43400"/>
                            <a14:backgroundMark x1="21200" y1="43450" x2="20867" y2="4390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87" t="14424" r="73704" b="54060"/>
              <a:stretch/>
            </p:blipFill>
            <p:spPr>
              <a:xfrm>
                <a:off x="1182570" y="2399963"/>
                <a:ext cx="2420485" cy="2420485"/>
              </a:xfrm>
              <a:prstGeom prst="rect">
                <a:avLst/>
              </a:prstGeom>
            </p:spPr>
          </p:pic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E03FB5AB-5009-4375-98AC-F3BDA716F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30599" y="2916731"/>
                <a:ext cx="1854295" cy="1371670"/>
              </a:xfrm>
              <a:prstGeom prst="rect">
                <a:avLst/>
              </a:prstGeom>
            </p:spPr>
          </p:pic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90041738-F5E9-4BD3-88CE-66B8CC3A2A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11097" y="1507981"/>
                <a:ext cx="886915" cy="1163480"/>
              </a:xfrm>
              <a:prstGeom prst="rect">
                <a:avLst/>
              </a:prstGeom>
            </p:spPr>
          </p:pic>
          <p:pic>
            <p:nvPicPr>
              <p:cNvPr id="8" name="圖片 7">
                <a:extLst>
                  <a:ext uri="{FF2B5EF4-FFF2-40B4-BE49-F238E27FC236}">
                    <a16:creationId xmlns:a16="http://schemas.microsoft.com/office/drawing/2014/main" id="{7F9DD4E7-2853-446F-AB28-86075F2A4A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65545" y="4778942"/>
                <a:ext cx="1378021" cy="933498"/>
              </a:xfrm>
              <a:prstGeom prst="rect">
                <a:avLst/>
              </a:prstGeom>
            </p:spPr>
          </p:pic>
          <p:cxnSp>
            <p:nvCxnSpPr>
              <p:cNvPr id="11" name="直線單箭頭接點 10">
                <a:extLst>
                  <a:ext uri="{FF2B5EF4-FFF2-40B4-BE49-F238E27FC236}">
                    <a16:creationId xmlns:a16="http://schemas.microsoft.com/office/drawing/2014/main" id="{7E465B37-99FB-4372-9F49-C6E76CE87C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24500" y="3352800"/>
                <a:ext cx="2832100" cy="0"/>
              </a:xfrm>
              <a:prstGeom prst="straightConnector1">
                <a:avLst/>
              </a:prstGeom>
              <a:ln w="76200">
                <a:solidFill>
                  <a:srgbClr val="5AC0A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單箭頭接點 13">
                <a:extLst>
                  <a:ext uri="{FF2B5EF4-FFF2-40B4-BE49-F238E27FC236}">
                    <a16:creationId xmlns:a16="http://schemas.microsoft.com/office/drawing/2014/main" id="{100D947A-F66D-4832-BD71-89CB221520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73700" y="3831166"/>
                <a:ext cx="2882900" cy="0"/>
              </a:xfrm>
              <a:prstGeom prst="straightConnector1">
                <a:avLst/>
              </a:prstGeom>
              <a:ln w="76200">
                <a:solidFill>
                  <a:srgbClr val="5AC0A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50247ECC-E249-4094-9C0A-CADAF0FFC953}"/>
                  </a:ext>
                </a:extLst>
              </p:cNvPr>
              <p:cNvSpPr/>
              <p:nvPr/>
            </p:nvSpPr>
            <p:spPr>
              <a:xfrm>
                <a:off x="5715000" y="2569634"/>
                <a:ext cx="24003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HTTP</a:t>
                </a:r>
                <a:r>
                  <a:rPr lang="zh-TW" altLang="en-US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en-US" altLang="zh-TW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Request</a:t>
                </a:r>
                <a:endParaRPr lang="zh-TW" altLang="en-US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9966CF18-0A06-4385-AE64-FF73C9A26F82}"/>
                  </a:ext>
                </a:extLst>
              </p:cNvPr>
              <p:cNvSpPr/>
              <p:nvPr/>
            </p:nvSpPr>
            <p:spPr>
              <a:xfrm>
                <a:off x="5715000" y="3767701"/>
                <a:ext cx="24003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HTTP</a:t>
                </a:r>
                <a:r>
                  <a:rPr lang="zh-TW" altLang="en-US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en-US" altLang="zh-TW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Response</a:t>
                </a:r>
                <a:endParaRPr lang="zh-TW" altLang="en-US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F7350E8-F03F-401A-847C-E2C60BEBE34C}"/>
                  </a:ext>
                </a:extLst>
              </p:cNvPr>
              <p:cNvSpPr/>
              <p:nvPr/>
            </p:nvSpPr>
            <p:spPr>
              <a:xfrm>
                <a:off x="8801099" y="1507981"/>
                <a:ext cx="664589" cy="4204451"/>
              </a:xfrm>
              <a:prstGeom prst="rect">
                <a:avLst/>
              </a:prstGeom>
              <a:solidFill>
                <a:srgbClr val="5AC0A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0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API</a:t>
                </a:r>
                <a:endParaRPr lang="zh-TW" altLang="en-US" sz="28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pic>
            <p:nvPicPr>
              <p:cNvPr id="20" name="圖片 19">
                <a:extLst>
                  <a:ext uri="{FF2B5EF4-FFF2-40B4-BE49-F238E27FC236}">
                    <a16:creationId xmlns:a16="http://schemas.microsoft.com/office/drawing/2014/main" id="{A49AC186-E642-48E8-9BA9-E0930E8069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prstClr val="black"/>
                  <a:srgbClr val="586B7E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69153" y="1563729"/>
                <a:ext cx="2058096" cy="399630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96655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</Words>
  <Application>Microsoft Office PowerPoint</Application>
  <PresentationFormat>寬螢幕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微軟正黑體</vt:lpstr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5</cp:revision>
  <dcterms:created xsi:type="dcterms:W3CDTF">2025-09-25T02:20:23Z</dcterms:created>
  <dcterms:modified xsi:type="dcterms:W3CDTF">2025-09-25T05:30:22Z</dcterms:modified>
</cp:coreProperties>
</file>